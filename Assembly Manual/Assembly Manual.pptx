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6" autoAdjust="0"/>
    <p:restoredTop sz="94660"/>
  </p:normalViewPr>
  <p:slideViewPr>
    <p:cSldViewPr snapToGrid="0">
      <p:cViewPr varScale="1">
        <p:scale>
          <a:sx n="68" d="100"/>
          <a:sy n="68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10E3-0D06-4B9F-8445-F2E8B28627E1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0A87-C997-4F4D-BB84-F3603389CF6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285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10E3-0D06-4B9F-8445-F2E8B28627E1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0A87-C997-4F4D-BB84-F3603389CF6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507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10E3-0D06-4B9F-8445-F2E8B28627E1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0A87-C997-4F4D-BB84-F3603389CF6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815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10E3-0D06-4B9F-8445-F2E8B28627E1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0A87-C997-4F4D-BB84-F3603389CF6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316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10E3-0D06-4B9F-8445-F2E8B28627E1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0A87-C997-4F4D-BB84-F3603389CF6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183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10E3-0D06-4B9F-8445-F2E8B28627E1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0A87-C997-4F4D-BB84-F3603389CF6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772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10E3-0D06-4B9F-8445-F2E8B28627E1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0A87-C997-4F4D-BB84-F3603389CF6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4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10E3-0D06-4B9F-8445-F2E8B28627E1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0A87-C997-4F4D-BB84-F3603389CF6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59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10E3-0D06-4B9F-8445-F2E8B28627E1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0A87-C997-4F4D-BB84-F3603389CF6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096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10E3-0D06-4B9F-8445-F2E8B28627E1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0A87-C997-4F4D-BB84-F3603389CF6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7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10E3-0D06-4B9F-8445-F2E8B28627E1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F0A87-C997-4F4D-BB84-F3603389CF6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855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A10E3-0D06-4B9F-8445-F2E8B28627E1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F0A87-C997-4F4D-BB84-F3603389CF6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549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174" y="297860"/>
            <a:ext cx="8541388" cy="6358937"/>
          </a:xfrm>
          <a:prstGeom prst="rect">
            <a:avLst/>
          </a:prstGeom>
        </p:spPr>
      </p:pic>
      <p:sp>
        <p:nvSpPr>
          <p:cNvPr id="10" name="Flecha arriba 9"/>
          <p:cNvSpPr/>
          <p:nvPr/>
        </p:nvSpPr>
        <p:spPr>
          <a:xfrm>
            <a:off x="5963477" y="3449455"/>
            <a:ext cx="172278" cy="887895"/>
          </a:xfrm>
          <a:prstGeom prst="upArrow">
            <a:avLst>
              <a:gd name="adj1" fmla="val 50000"/>
              <a:gd name="adj2" fmla="val 7955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echa arriba 10"/>
          <p:cNvSpPr/>
          <p:nvPr/>
        </p:nvSpPr>
        <p:spPr>
          <a:xfrm>
            <a:off x="6990522" y="3179154"/>
            <a:ext cx="172278" cy="887895"/>
          </a:xfrm>
          <a:prstGeom prst="upArrow">
            <a:avLst>
              <a:gd name="adj1" fmla="val 50000"/>
              <a:gd name="adj2" fmla="val 7955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473" y="297860"/>
            <a:ext cx="1790950" cy="1981477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473" y="2632674"/>
            <a:ext cx="1931233" cy="1633561"/>
          </a:xfrm>
          <a:prstGeom prst="rect">
            <a:avLst/>
          </a:prstGeom>
        </p:spPr>
      </p:pic>
      <p:sp>
        <p:nvSpPr>
          <p:cNvPr id="15" name="CuadroTexto 14"/>
          <p:cNvSpPr txBox="1"/>
          <p:nvPr/>
        </p:nvSpPr>
        <p:spPr>
          <a:xfrm>
            <a:off x="429741" y="4346715"/>
            <a:ext cx="1637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smtClean="0"/>
              <a:t>Base del motor</a:t>
            </a:r>
            <a:endParaRPr lang="en-US" dirty="0"/>
          </a:p>
        </p:txBody>
      </p:sp>
      <p:sp>
        <p:nvSpPr>
          <p:cNvPr id="16" name="CuadroTexto 15"/>
          <p:cNvSpPr txBox="1"/>
          <p:nvPr/>
        </p:nvSpPr>
        <p:spPr>
          <a:xfrm>
            <a:off x="400401" y="2292796"/>
            <a:ext cx="1637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smtClean="0"/>
              <a:t>Base </a:t>
            </a:r>
            <a:r>
              <a:rPr lang="es-VE" dirty="0"/>
              <a:t>p</a:t>
            </a:r>
            <a:r>
              <a:rPr lang="es-VE" dirty="0" smtClean="0"/>
              <a:t>rincipal</a:t>
            </a:r>
            <a:endParaRPr lang="en-US" dirty="0"/>
          </a:p>
        </p:txBody>
      </p:sp>
      <p:sp>
        <p:nvSpPr>
          <p:cNvPr id="17" name="CuadroTexto 16"/>
          <p:cNvSpPr txBox="1"/>
          <p:nvPr/>
        </p:nvSpPr>
        <p:spPr>
          <a:xfrm>
            <a:off x="310473" y="5433525"/>
            <a:ext cx="106490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3200" b="1" dirty="0" smtClean="0"/>
              <a:t>Colocar la base del motor debajo de la ase principal en modo que queden alineados sus 4 agujeros para sus tornillos.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78431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9" y="102197"/>
            <a:ext cx="3487567" cy="633619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006" y="267442"/>
            <a:ext cx="4854129" cy="3143332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339" y="3578088"/>
            <a:ext cx="5903178" cy="286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156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8669" r="2219"/>
          <a:stretch/>
        </p:blipFill>
        <p:spPr>
          <a:xfrm>
            <a:off x="3140766" y="433245"/>
            <a:ext cx="8825948" cy="563215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97" y="503584"/>
            <a:ext cx="2507343" cy="2011821"/>
          </a:xfrm>
          <a:prstGeom prst="rect">
            <a:avLst/>
          </a:prstGeom>
        </p:spPr>
      </p:pic>
      <p:sp>
        <p:nvSpPr>
          <p:cNvPr id="6" name="Flecha abajo 5"/>
          <p:cNvSpPr/>
          <p:nvPr/>
        </p:nvSpPr>
        <p:spPr>
          <a:xfrm>
            <a:off x="7726017" y="3008243"/>
            <a:ext cx="225287" cy="78187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echa abajo 6"/>
          <p:cNvSpPr/>
          <p:nvPr/>
        </p:nvSpPr>
        <p:spPr>
          <a:xfrm>
            <a:off x="9992140" y="3644348"/>
            <a:ext cx="268356" cy="1192696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287997" y="2567130"/>
            <a:ext cx="24516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3200" b="1" dirty="0" smtClean="0"/>
              <a:t>Servo motor Hobby Park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297815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4247" b="2395"/>
          <a:stretch/>
        </p:blipFill>
        <p:spPr>
          <a:xfrm>
            <a:off x="4068419" y="1200108"/>
            <a:ext cx="7991061" cy="403450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l="19559"/>
          <a:stretch/>
        </p:blipFill>
        <p:spPr>
          <a:xfrm>
            <a:off x="198783" y="262166"/>
            <a:ext cx="3647714" cy="611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728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365" y="380321"/>
            <a:ext cx="7901029" cy="5847915"/>
          </a:xfrm>
          <a:prstGeom prst="rect">
            <a:avLst/>
          </a:prstGeom>
        </p:spPr>
      </p:pic>
      <p:sp>
        <p:nvSpPr>
          <p:cNvPr id="5" name="Flecha abajo 4"/>
          <p:cNvSpPr/>
          <p:nvPr/>
        </p:nvSpPr>
        <p:spPr>
          <a:xfrm>
            <a:off x="6056244" y="3723860"/>
            <a:ext cx="331303" cy="41081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echa abajo 5"/>
          <p:cNvSpPr/>
          <p:nvPr/>
        </p:nvSpPr>
        <p:spPr>
          <a:xfrm rot="2607426">
            <a:off x="8485506" y="4435950"/>
            <a:ext cx="192320" cy="605007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18" y="380321"/>
            <a:ext cx="2415940" cy="2167026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914400" y="2547347"/>
            <a:ext cx="2120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smtClean="0"/>
              <a:t>Driver L298N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149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21494" r="17950"/>
          <a:stretch/>
        </p:blipFill>
        <p:spPr>
          <a:xfrm>
            <a:off x="5009321" y="590643"/>
            <a:ext cx="6970643" cy="4963255"/>
          </a:xfrm>
          <a:prstGeom prst="rect">
            <a:avLst/>
          </a:prstGeom>
        </p:spPr>
      </p:pic>
      <p:sp>
        <p:nvSpPr>
          <p:cNvPr id="5" name="Flecha abajo 4"/>
          <p:cNvSpPr/>
          <p:nvPr/>
        </p:nvSpPr>
        <p:spPr>
          <a:xfrm>
            <a:off x="7288695" y="3140765"/>
            <a:ext cx="225287" cy="78187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echa abajo 5"/>
          <p:cNvSpPr/>
          <p:nvPr/>
        </p:nvSpPr>
        <p:spPr>
          <a:xfrm>
            <a:off x="8620541" y="3147393"/>
            <a:ext cx="225287" cy="78187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l="8427"/>
          <a:stretch/>
        </p:blipFill>
        <p:spPr>
          <a:xfrm>
            <a:off x="185529" y="258829"/>
            <a:ext cx="4553711" cy="3000794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185530" y="3419062"/>
            <a:ext cx="4553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3200" dirty="0" smtClean="0"/>
              <a:t>Corredera macho baterías</a:t>
            </a:r>
            <a:endParaRPr lang="en-US" sz="3200" dirty="0"/>
          </a:p>
        </p:txBody>
      </p:sp>
      <p:sp>
        <p:nvSpPr>
          <p:cNvPr id="9" name="CuadroTexto 8"/>
          <p:cNvSpPr txBox="1"/>
          <p:nvPr/>
        </p:nvSpPr>
        <p:spPr>
          <a:xfrm>
            <a:off x="455611" y="5565881"/>
            <a:ext cx="104509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3200" dirty="0" smtClean="0"/>
              <a:t>Se coloca la corredera a la base principal entre el ser </a:t>
            </a:r>
            <a:r>
              <a:rPr lang="es-VE" sz="3200" dirty="0" err="1" smtClean="0"/>
              <a:t>vo</a:t>
            </a:r>
            <a:r>
              <a:rPr lang="es-VE" sz="3200" dirty="0" smtClean="0"/>
              <a:t> motor y el driver, se </a:t>
            </a:r>
            <a:r>
              <a:rPr lang="es-VE" sz="3200" dirty="0" err="1" smtClean="0"/>
              <a:t>adiere</a:t>
            </a:r>
            <a:r>
              <a:rPr lang="es-VE" sz="3200" dirty="0" smtClean="0"/>
              <a:t> con goma “A y B”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69035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2733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21755" r="10716"/>
          <a:stretch/>
        </p:blipFill>
        <p:spPr>
          <a:xfrm>
            <a:off x="7288697" y="299859"/>
            <a:ext cx="4638260" cy="639593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18" y="1905098"/>
            <a:ext cx="6666565" cy="4790691"/>
          </a:xfrm>
          <a:prstGeom prst="rect">
            <a:avLst/>
          </a:prstGeom>
        </p:spPr>
      </p:pic>
      <p:sp>
        <p:nvSpPr>
          <p:cNvPr id="6" name="Flecha abajo 5"/>
          <p:cNvSpPr/>
          <p:nvPr/>
        </p:nvSpPr>
        <p:spPr>
          <a:xfrm>
            <a:off x="9183757" y="2769706"/>
            <a:ext cx="848139" cy="2411896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echa abajo 6"/>
          <p:cNvSpPr/>
          <p:nvPr/>
        </p:nvSpPr>
        <p:spPr>
          <a:xfrm>
            <a:off x="5897217" y="2715945"/>
            <a:ext cx="225287" cy="78187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echa abajo 7"/>
          <p:cNvSpPr/>
          <p:nvPr/>
        </p:nvSpPr>
        <p:spPr>
          <a:xfrm>
            <a:off x="1762538" y="4956312"/>
            <a:ext cx="225287" cy="78187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/>
          <p:cNvSpPr txBox="1"/>
          <p:nvPr/>
        </p:nvSpPr>
        <p:spPr>
          <a:xfrm>
            <a:off x="66621" y="1905098"/>
            <a:ext cx="7885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800" b="1" dirty="0" smtClean="0"/>
              <a:t>Colocar espaciadores y adherir con adhesivo “A y B”</a:t>
            </a:r>
            <a:endParaRPr lang="en-US" sz="2800" b="1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2"/>
          <a:srcRect l="29185" t="10541" r="14284" b="35588"/>
          <a:stretch/>
        </p:blipFill>
        <p:spPr>
          <a:xfrm>
            <a:off x="218660" y="0"/>
            <a:ext cx="1656521" cy="1469950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53008" y="1502858"/>
            <a:ext cx="19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smtClean="0"/>
              <a:t>Espaciador frontal</a:t>
            </a:r>
            <a:endParaRPr lang="en-US" dirty="0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4"/>
          <a:srcRect l="4042"/>
          <a:stretch/>
        </p:blipFill>
        <p:spPr>
          <a:xfrm>
            <a:off x="2001347" y="163521"/>
            <a:ext cx="5146565" cy="885949"/>
          </a:xfrm>
          <a:prstGeom prst="rect">
            <a:avLst/>
          </a:prstGeom>
        </p:spPr>
      </p:pic>
      <p:sp>
        <p:nvSpPr>
          <p:cNvPr id="14" name="CuadroTexto 13"/>
          <p:cNvSpPr txBox="1"/>
          <p:nvPr/>
        </p:nvSpPr>
        <p:spPr>
          <a:xfrm>
            <a:off x="3478011" y="1133526"/>
            <a:ext cx="2193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smtClean="0"/>
              <a:t>Espaciador posterior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694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766" y="659212"/>
            <a:ext cx="7131852" cy="5553613"/>
          </a:xfrm>
          <a:prstGeom prst="rect">
            <a:avLst/>
          </a:prstGeom>
        </p:spPr>
      </p:pic>
      <p:sp>
        <p:nvSpPr>
          <p:cNvPr id="5" name="Flecha abajo 4"/>
          <p:cNvSpPr/>
          <p:nvPr/>
        </p:nvSpPr>
        <p:spPr>
          <a:xfrm flipH="1">
            <a:off x="5565913" y="2384641"/>
            <a:ext cx="225287" cy="78187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echa abajo 5"/>
          <p:cNvSpPr/>
          <p:nvPr/>
        </p:nvSpPr>
        <p:spPr>
          <a:xfrm>
            <a:off x="7209183" y="2384641"/>
            <a:ext cx="212034" cy="56984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echa abajo 6"/>
          <p:cNvSpPr/>
          <p:nvPr/>
        </p:nvSpPr>
        <p:spPr>
          <a:xfrm>
            <a:off x="10654747" y="2721822"/>
            <a:ext cx="225287" cy="78187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359991" y="5920437"/>
            <a:ext cx="11436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3200" b="1" dirty="0" smtClean="0"/>
              <a:t>Atornillar segunda base junto a los espaciadores y base principal</a:t>
            </a:r>
            <a:endParaRPr lang="en-US" sz="3200" b="1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365" y="358195"/>
            <a:ext cx="4134427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60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r="15820"/>
          <a:stretch/>
        </p:blipFill>
        <p:spPr>
          <a:xfrm>
            <a:off x="7381461" y="1068773"/>
            <a:ext cx="4439478" cy="5451541"/>
          </a:xfrm>
          <a:prstGeom prst="rect">
            <a:avLst/>
          </a:prstGeom>
        </p:spPr>
      </p:pic>
      <p:sp>
        <p:nvSpPr>
          <p:cNvPr id="5" name="Flecha abajo 4"/>
          <p:cNvSpPr/>
          <p:nvPr/>
        </p:nvSpPr>
        <p:spPr>
          <a:xfrm>
            <a:off x="8733182" y="3167271"/>
            <a:ext cx="212034" cy="201433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echa abajo 5"/>
          <p:cNvSpPr/>
          <p:nvPr/>
        </p:nvSpPr>
        <p:spPr>
          <a:xfrm>
            <a:off x="10296937" y="3167271"/>
            <a:ext cx="212034" cy="201433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l="4114"/>
          <a:stretch/>
        </p:blipFill>
        <p:spPr>
          <a:xfrm>
            <a:off x="530086" y="111213"/>
            <a:ext cx="2930913" cy="2035642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172277" y="2146852"/>
            <a:ext cx="3843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smtClean="0"/>
              <a:t>Corredera hembra sensor ultrasónico</a:t>
            </a:r>
            <a:endParaRPr lang="en-US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113" y="2873992"/>
            <a:ext cx="4223464" cy="3557056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649357" y="6467306"/>
            <a:ext cx="3419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smtClean="0"/>
              <a:t>Que quede de la siguiente forma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274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7634" y="480222"/>
            <a:ext cx="5064428" cy="6103284"/>
          </a:xfrm>
          <a:prstGeom prst="rect">
            <a:avLst/>
          </a:prstGeom>
        </p:spPr>
      </p:pic>
      <p:sp>
        <p:nvSpPr>
          <p:cNvPr id="5" name="Flecha abajo 4"/>
          <p:cNvSpPr/>
          <p:nvPr/>
        </p:nvSpPr>
        <p:spPr>
          <a:xfrm>
            <a:off x="8030817" y="3167271"/>
            <a:ext cx="212034" cy="2014330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echa abajo 5"/>
          <p:cNvSpPr/>
          <p:nvPr/>
        </p:nvSpPr>
        <p:spPr>
          <a:xfrm>
            <a:off x="10966172" y="3167271"/>
            <a:ext cx="212034" cy="2014330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/>
          <p:cNvSpPr txBox="1"/>
          <p:nvPr/>
        </p:nvSpPr>
        <p:spPr>
          <a:xfrm>
            <a:off x="382131" y="5703049"/>
            <a:ext cx="49982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800" dirty="0" smtClean="0"/>
              <a:t>Se coloca en el encastre de la siguiente manera   </a:t>
            </a:r>
            <a:endParaRPr lang="en-US" sz="2800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3"/>
          <a:srcRect t="6230"/>
          <a:stretch/>
        </p:blipFill>
        <p:spPr>
          <a:xfrm>
            <a:off x="382131" y="304800"/>
            <a:ext cx="4563112" cy="2349329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1762543" y="2627625"/>
            <a:ext cx="1908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smtClean="0"/>
              <a:t>Sensor ultrasónico</a:t>
            </a:r>
            <a:endParaRPr lang="en-US" dirty="0"/>
          </a:p>
        </p:txBody>
      </p:sp>
      <p:sp>
        <p:nvSpPr>
          <p:cNvPr id="11" name="Flecha derecha 10"/>
          <p:cNvSpPr/>
          <p:nvPr/>
        </p:nvSpPr>
        <p:spPr>
          <a:xfrm>
            <a:off x="5102087" y="5936974"/>
            <a:ext cx="1126435" cy="38431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052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2588455" y="5880295"/>
            <a:ext cx="6175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3600" dirty="0" smtClean="0"/>
              <a:t>De igual manera el frontal</a:t>
            </a:r>
            <a:endParaRPr lang="en-US" sz="36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83" y="117771"/>
            <a:ext cx="6704260" cy="576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031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470" y="615037"/>
            <a:ext cx="9099783" cy="4557387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4248442" y="5355304"/>
            <a:ext cx="69072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3600" dirty="0" smtClean="0"/>
              <a:t>Se colocan ambos porta baterías de 18650 en el segundo piso.</a:t>
            </a:r>
            <a:endParaRPr lang="en-US" sz="36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6" y="243700"/>
            <a:ext cx="2572109" cy="1981477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225086" y="2363373"/>
            <a:ext cx="2504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 smtClean="0"/>
              <a:t>Porta baterías 18650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807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046" y="753408"/>
            <a:ext cx="6157406" cy="481646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4600135" y="5812453"/>
            <a:ext cx="70901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800" dirty="0" smtClean="0"/>
              <a:t>Se coloca el tercer piso y se atornilla en sus 3 agujeros correspondientes</a:t>
            </a:r>
            <a:endParaRPr lang="en-US" sz="28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287" y="223192"/>
            <a:ext cx="3794479" cy="3558378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1083211" y="3882682"/>
            <a:ext cx="2138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400" dirty="0" smtClean="0"/>
              <a:t>Tercer piso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87089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t="4874"/>
          <a:stretch/>
        </p:blipFill>
        <p:spPr>
          <a:xfrm>
            <a:off x="3840479" y="182876"/>
            <a:ext cx="7114219" cy="6040935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492369" y="858130"/>
            <a:ext cx="246184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4400" dirty="0" smtClean="0"/>
              <a:t>Así debería ir quedando triilyn.0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306779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347" y="886264"/>
            <a:ext cx="7806640" cy="4058974"/>
          </a:xfrm>
          <a:prstGeom prst="rect">
            <a:avLst/>
          </a:prstGeom>
        </p:spPr>
      </p:pic>
      <p:sp>
        <p:nvSpPr>
          <p:cNvPr id="5" name="Flecha abajo 4"/>
          <p:cNvSpPr/>
          <p:nvPr/>
        </p:nvSpPr>
        <p:spPr>
          <a:xfrm flipH="1">
            <a:off x="5439282" y="2540464"/>
            <a:ext cx="254230" cy="893341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echa abajo 5"/>
          <p:cNvSpPr/>
          <p:nvPr/>
        </p:nvSpPr>
        <p:spPr>
          <a:xfrm flipH="1">
            <a:off x="10348121" y="2580858"/>
            <a:ext cx="254230" cy="893341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echa abajo 6"/>
          <p:cNvSpPr/>
          <p:nvPr/>
        </p:nvSpPr>
        <p:spPr>
          <a:xfrm flipH="1">
            <a:off x="9869616" y="2540463"/>
            <a:ext cx="254230" cy="893341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echa abajo 7"/>
          <p:cNvSpPr/>
          <p:nvPr/>
        </p:nvSpPr>
        <p:spPr>
          <a:xfrm flipH="1">
            <a:off x="6791751" y="2730820"/>
            <a:ext cx="254230" cy="893341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/>
          <p:cNvSpPr txBox="1"/>
          <p:nvPr/>
        </p:nvSpPr>
        <p:spPr>
          <a:xfrm>
            <a:off x="3179299" y="5318755"/>
            <a:ext cx="86516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3600" dirty="0" smtClean="0"/>
              <a:t>Colocamos el </a:t>
            </a:r>
            <a:r>
              <a:rPr lang="es-VE" sz="3600" dirty="0" err="1" smtClean="0"/>
              <a:t>arduino</a:t>
            </a:r>
            <a:r>
              <a:rPr lang="es-VE" sz="3600" dirty="0" smtClean="0"/>
              <a:t> mega con sus respectivos tornillos </a:t>
            </a:r>
            <a:endParaRPr lang="en-US" sz="3600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151" y="185680"/>
            <a:ext cx="3469325" cy="1696576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727605" y="1912079"/>
            <a:ext cx="2405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400" dirty="0" err="1" smtClean="0"/>
              <a:t>Arduino</a:t>
            </a:r>
            <a:r>
              <a:rPr lang="es-VE" sz="2400" dirty="0" smtClean="0"/>
              <a:t> mega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06087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34" y="191527"/>
            <a:ext cx="4199767" cy="609181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619" y="387284"/>
            <a:ext cx="5176310" cy="507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152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301" y="567621"/>
            <a:ext cx="6808839" cy="5707184"/>
          </a:xfrm>
          <a:prstGeom prst="rect">
            <a:avLst/>
          </a:prstGeom>
        </p:spPr>
      </p:pic>
      <p:sp>
        <p:nvSpPr>
          <p:cNvPr id="5" name="Flecha arriba 4"/>
          <p:cNvSpPr/>
          <p:nvPr/>
        </p:nvSpPr>
        <p:spPr>
          <a:xfrm>
            <a:off x="8159261" y="3882682"/>
            <a:ext cx="365760" cy="1308296"/>
          </a:xfrm>
          <a:prstGeom prst="up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126609" y="5074476"/>
            <a:ext cx="43328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3600" dirty="0" smtClean="0"/>
              <a:t>Se coloca la palanca del servo </a:t>
            </a:r>
            <a:endParaRPr lang="en-US" sz="3600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l="6520" t="710" r="4935" b="-710"/>
          <a:stretch/>
        </p:blipFill>
        <p:spPr>
          <a:xfrm>
            <a:off x="126609" y="314039"/>
            <a:ext cx="4192174" cy="1981477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576775" y="2381641"/>
            <a:ext cx="3038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800" dirty="0" smtClean="0"/>
              <a:t>Palanca del servo</a:t>
            </a:r>
            <a:endParaRPr lang="en-US" sz="2800" dirty="0"/>
          </a:p>
        </p:txBody>
      </p:sp>
      <p:sp>
        <p:nvSpPr>
          <p:cNvPr id="9" name="Flecha derecha 8"/>
          <p:cNvSpPr/>
          <p:nvPr/>
        </p:nvSpPr>
        <p:spPr>
          <a:xfrm>
            <a:off x="4093698" y="5683348"/>
            <a:ext cx="1195754" cy="42203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460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t="10723"/>
          <a:stretch/>
        </p:blipFill>
        <p:spPr>
          <a:xfrm>
            <a:off x="209533" y="209811"/>
            <a:ext cx="3790379" cy="1939937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511125" y="2612105"/>
            <a:ext cx="2757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400" dirty="0" smtClean="0"/>
              <a:t>Base de la dirección </a:t>
            </a:r>
            <a:endParaRPr lang="en-US" sz="24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584" y="973633"/>
            <a:ext cx="7080204" cy="4516876"/>
          </a:xfrm>
          <a:prstGeom prst="rect">
            <a:avLst/>
          </a:prstGeom>
        </p:spPr>
      </p:pic>
      <p:sp>
        <p:nvSpPr>
          <p:cNvPr id="8" name="Flecha arriba 7"/>
          <p:cNvSpPr/>
          <p:nvPr/>
        </p:nvSpPr>
        <p:spPr>
          <a:xfrm>
            <a:off x="8060520" y="2053367"/>
            <a:ext cx="450166" cy="1117475"/>
          </a:xfrm>
          <a:prstGeom prst="up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/>
          <p:cNvSpPr txBox="1"/>
          <p:nvPr/>
        </p:nvSpPr>
        <p:spPr>
          <a:xfrm>
            <a:off x="4970584" y="5573124"/>
            <a:ext cx="69353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3200" dirty="0" smtClean="0"/>
              <a:t>Se coloca de modo que encajen ambas piezas y se ajusta con un tornillo central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599476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646" y="590842"/>
            <a:ext cx="9569473" cy="4026181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248372" y="5570806"/>
            <a:ext cx="66540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4000" dirty="0" smtClean="0"/>
              <a:t>Que quede de esta manera</a:t>
            </a:r>
            <a:endParaRPr lang="en-US" sz="4000" dirty="0"/>
          </a:p>
        </p:txBody>
      </p:sp>
      <p:sp>
        <p:nvSpPr>
          <p:cNvPr id="6" name="Flecha arriba 5"/>
          <p:cNvSpPr/>
          <p:nvPr/>
        </p:nvSpPr>
        <p:spPr>
          <a:xfrm>
            <a:off x="5162843" y="4290646"/>
            <a:ext cx="548640" cy="1280160"/>
          </a:xfrm>
          <a:prstGeom prst="up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0465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9" y="450869"/>
            <a:ext cx="6176997" cy="5721131"/>
          </a:xfrm>
          <a:prstGeom prst="rect">
            <a:avLst/>
          </a:prstGeom>
        </p:spPr>
      </p:pic>
      <p:sp>
        <p:nvSpPr>
          <p:cNvPr id="5" name="Flecha arriba 4"/>
          <p:cNvSpPr/>
          <p:nvPr/>
        </p:nvSpPr>
        <p:spPr>
          <a:xfrm>
            <a:off x="6623369" y="1362985"/>
            <a:ext cx="607423" cy="2224277"/>
          </a:xfrm>
          <a:prstGeom prst="up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echa arriba 5"/>
          <p:cNvSpPr/>
          <p:nvPr/>
        </p:nvSpPr>
        <p:spPr>
          <a:xfrm>
            <a:off x="10095743" y="1362984"/>
            <a:ext cx="607423" cy="2224277"/>
          </a:xfrm>
          <a:prstGeom prst="up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/>
          <p:cNvSpPr txBox="1"/>
          <p:nvPr/>
        </p:nvSpPr>
        <p:spPr>
          <a:xfrm>
            <a:off x="231029" y="3882683"/>
            <a:ext cx="507843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4400" dirty="0" smtClean="0"/>
              <a:t>Se fijan de la siguiente manera con tornillos, del lado izquierdo y derecho</a:t>
            </a:r>
            <a:endParaRPr lang="en-US" sz="4400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3"/>
          <a:srcRect l="4294" r="11548"/>
          <a:stretch/>
        </p:blipFill>
        <p:spPr>
          <a:xfrm>
            <a:off x="253218" y="172720"/>
            <a:ext cx="4696433" cy="2108784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529967" y="2281504"/>
            <a:ext cx="39248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800" dirty="0" smtClean="0"/>
              <a:t>Soporte eje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04547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350" y="393895"/>
            <a:ext cx="9918698" cy="4316618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1772530" y="5120640"/>
            <a:ext cx="8018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3600" dirty="0" smtClean="0"/>
              <a:t>Que quede de la siguiente manera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1514004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5378" y="661349"/>
            <a:ext cx="5175201" cy="4488694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5274528" y="5331655"/>
            <a:ext cx="68368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3600" smtClean="0"/>
              <a:t>Encajamos ambos ejes de la siguiente manera</a:t>
            </a:r>
            <a:endParaRPr lang="en-US" sz="36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46" y="219172"/>
            <a:ext cx="3570375" cy="2060323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849685" y="2279495"/>
            <a:ext cx="2869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400" dirty="0" smtClean="0"/>
              <a:t>Ejes de lego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110776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358" y="464234"/>
            <a:ext cx="10777480" cy="2562723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3685735" y="3165231"/>
            <a:ext cx="53175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3200" dirty="0" smtClean="0"/>
              <a:t>Colocamos el diferencial justo en el medio</a:t>
            </a:r>
            <a:endParaRPr lang="en-US" sz="32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33" y="4486272"/>
            <a:ext cx="4277322" cy="2133898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4670475" y="5096822"/>
            <a:ext cx="19554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800" dirty="0" smtClean="0"/>
              <a:t>Diferencial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22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904" y="313139"/>
            <a:ext cx="8530421" cy="5527448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267597" y="5840587"/>
            <a:ext cx="68650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4000" dirty="0" smtClean="0"/>
              <a:t>Colocamos las 4 ruedas de lego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6281197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63" y="353603"/>
            <a:ext cx="4536399" cy="522413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5209" y="865843"/>
            <a:ext cx="5946408" cy="419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0492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96" y="1035694"/>
            <a:ext cx="6179373" cy="452675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628" y="375355"/>
            <a:ext cx="4810550" cy="630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397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463</TotalTime>
  <Words>237</Words>
  <Application>Microsoft Office PowerPoint</Application>
  <PresentationFormat>Panorámica</PresentationFormat>
  <Paragraphs>36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Usuario</cp:lastModifiedBy>
  <cp:revision>25</cp:revision>
  <dcterms:created xsi:type="dcterms:W3CDTF">2026-05-30T17:14:33Z</dcterms:created>
  <dcterms:modified xsi:type="dcterms:W3CDTF">2026-06-08T03:43:54Z</dcterms:modified>
</cp:coreProperties>
</file>